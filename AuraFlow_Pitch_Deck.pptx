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B4D8"/>
                </a:solidFill>
                <a:latin typeface="Arial"/>
              </a:defRPr>
            </a:pPr>
            <a:r>
              <a:t>AuraFlow</a:t>
            </a:r>
          </a:p>
          <a:p>
            <a:pPr>
              <a:spcBef>
                <a:spcPts val="1000"/>
              </a:spcBef>
              <a:defRPr sz="2200">
                <a:solidFill>
                  <a:srgbClr val="F0F3F4"/>
                </a:solidFill>
                <a:latin typeface="Arial"/>
              </a:defRPr>
            </a:pPr>
            <a:r>
              <a:t>Privacy-First NPU-Driven Desktop Automation &amp; Task Synthesizer</a:t>
            </a:r>
          </a:p>
          <a:p>
            <a:pPr>
              <a:spcBef>
                <a:spcPts val="3000"/>
              </a:spcBef>
              <a:defRPr sz="1400">
                <a:solidFill>
                  <a:srgbClr val="8D99AE"/>
                </a:solidFill>
                <a:latin typeface="Arial"/>
              </a:defRPr>
            </a:pPr>
            <a:r>
              <a:t>Submission for Snapdragon® AI Lab Build &amp; Present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4"/>
                </a:solidFill>
                <a:latin typeface="Arial"/>
              </a:defRPr>
            </a:pPr>
            <a:r>
              <a:t>The Problem &amp; AuraFlow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00B4D8"/>
                </a:solidFill>
              </a:rPr>
              <a:t>The Modern Workspace Bottleneck:</a:t>
            </a:r>
            <a:r>
              <a:rPr sz="1600">
                <a:solidFill>
                  <a:srgbClr val="F0F3F4"/>
                </a:solidFill>
              </a:rPr>
              <a:t> Professional workflows are heavily fragmented across various disconnected apps, calendars, emails, and local documents.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B4D8"/>
                </a:solidFill>
              </a:rPr>
              <a:t>Cloud AI Limitations:</a:t>
            </a:r>
            <a:r>
              <a:rPr sz="1600">
                <a:solidFill>
                  <a:srgbClr val="F0F3F4"/>
                </a:solidFill>
              </a:rPr>
              <a:t> Standard cloud-based AI automation patterns trigger enterprise data privacy risks, continuous network dependencies, and unpredictable operating costs.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B4D8"/>
                </a:solidFill>
              </a:rPr>
              <a:t>The Strategic Solution:</a:t>
            </a:r>
            <a:r>
              <a:rPr sz="1600">
                <a:solidFill>
                  <a:srgbClr val="F0F3F4"/>
                </a:solidFill>
              </a:rPr>
              <a:t> AuraFlow delivers an intelligent desktop layer capturing system-wide context entirely locally—making automation secure, immediate, and continuous.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B4D8"/>
                </a:solidFill>
              </a:rPr>
              <a:t>Snapdragon NPU Advantage:</a:t>
            </a:r>
            <a:r>
              <a:rPr sz="1600">
                <a:solidFill>
                  <a:srgbClr val="F0F3F4"/>
                </a:solidFill>
              </a:rPr>
              <a:t> Transitioning heavy contextual processing from the CPU/GPU straight to the Snapdragon NPU ensures sustained all-day battery life and seamless background execution on HP laptops.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4"/>
                </a:solidFill>
                <a:latin typeface="Arial"/>
              </a:defRPr>
            </a:pPr>
            <a:r>
              <a:t>Key Capabilities Engineered for Snapdragon HP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B4D8"/>
                </a:solidFill>
              </a:defRPr>
            </a:pPr>
            <a:r>
              <a:t>Zero-Cloud Privacy Framework</a:t>
            </a:r>
          </a:p>
          <a:p>
            <a:pPr>
              <a:defRPr sz="1400">
                <a:solidFill>
                  <a:srgbClr val="F0F3F4"/>
                </a:solidFill>
              </a:defRPr>
            </a:pPr>
            <a:r>
              <a:t>Processes system logs, documents, and user patterns strictly on-device. Zero external API dependencies guarantees absolute data privacy.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B4D8"/>
                </a:solidFill>
              </a:defRPr>
            </a:pPr>
            <a:r>
              <a:t>Cross-App Task Orchestration</a:t>
            </a:r>
          </a:p>
          <a:p>
            <a:pPr>
              <a:defRPr sz="1400">
                <a:solidFill>
                  <a:srgbClr val="F0F3F4"/>
                </a:solidFill>
              </a:defRPr>
            </a:pPr>
            <a:r>
              <a:t>Synthesizes fragmented data natively. Interacts with standard client apps to build cross-platform automations seamlessly.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B4D8"/>
                </a:solidFill>
              </a:defRPr>
            </a:pPr>
            <a:r>
              <a:t>On-Device Audio Intelligence</a:t>
            </a:r>
          </a:p>
          <a:p>
            <a:pPr>
              <a:defRPr sz="1400">
                <a:solidFill>
                  <a:srgbClr val="F0F3F4"/>
                </a:solidFill>
              </a:defRPr>
            </a:pPr>
            <a:r>
              <a:t>Direct local audio stream routing for continuous, lag-free action-item extraction and semantic indexing without draining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4"/>
                </a:solidFill>
                <a:latin typeface="Arial"/>
              </a:defRPr>
            </a:pPr>
            <a:r>
              <a:t>Hardware Optimization &amp; Qualcomm AI 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600">
                <a:solidFill>
                  <a:srgbClr val="70E000"/>
                </a:solidFill>
              </a:rPr>
              <a:t>Model Sourcing &amp; Quantization:</a:t>
            </a:r>
            <a:r>
              <a:rPr sz="1600">
                <a:solidFill>
                  <a:srgbClr val="F0F3F4"/>
                </a:solidFill>
              </a:rPr>
              <a:t> Leveraging highly optimized models straight from the Qualcomm AI Hub (including optimized Phi-3 / Llama-3 variants and Whisper-base).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0E000"/>
                </a:solidFill>
              </a:rPr>
              <a:t>Execution Runtime:</a:t>
            </a:r>
            <a:r>
              <a:rPr sz="1600">
                <a:solidFill>
                  <a:srgbClr val="F0F3F4"/>
                </a:solidFill>
              </a:rPr>
              <a:t> Powered locally through the Qualcomm Neural Processing SDK and ONNX Runtime targeting DirectML to fully leverage Snapdragon computing blocks.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0E000"/>
                </a:solidFill>
              </a:rPr>
              <a:t>Hardware Optimization Target:</a:t>
            </a:r>
            <a:r>
              <a:rPr sz="1600">
                <a:solidFill>
                  <a:srgbClr val="F0F3F4"/>
                </a:solidFill>
              </a:rPr>
              <a:t> Purpose-built to offload compute-heavy continuous loops directly onto the Snapdragon NPU, preserving the HP PC's primary CPU and GPU tracks for user interfaces.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0E000"/>
                </a:solidFill>
              </a:rPr>
              <a:t>Local Semantic Storage:</a:t>
            </a:r>
            <a:r>
              <a:rPr sz="1600">
                <a:solidFill>
                  <a:srgbClr val="F0F3F4"/>
                </a:solidFill>
              </a:rPr>
              <a:t> Integrated, hardware-accelerated local vector index for high-efficiency semantic memory matching and low-latency contextual recall.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HACKATHON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4"/>
                </a:solidFill>
                <a:latin typeface="Arial"/>
              </a:defRPr>
            </a:pPr>
            <a:r>
              <a:t>Strategic Alignment with Evaluation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0B4D8"/>
                </a:solidFill>
              </a:defRPr>
            </a:pPr>
            <a:r>
              <a:t>Technical Implementation</a:t>
            </a:r>
          </a:p>
          <a:p>
            <a:pPr>
              <a:defRPr sz="1300">
                <a:solidFill>
                  <a:srgbClr val="F0F3F4"/>
                </a:solidFill>
              </a:defRPr>
            </a:pPr>
            <a:r>
              <a:t>100% On-Device inference using Qualcomm AI Hub optimized weights. Strict NPU hardware target to maximize computing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0B4D8"/>
                </a:solidFill>
              </a:defRPr>
            </a:pPr>
            <a:r>
              <a:t>Application Use Case &amp; Innovation</a:t>
            </a:r>
          </a:p>
          <a:p>
            <a:pPr>
              <a:defRPr sz="1300">
                <a:solidFill>
                  <a:srgbClr val="F0F3F4"/>
                </a:solidFill>
              </a:defRPr>
            </a:pPr>
            <a:r>
              <a:t>Addresses critical gaps in mainstream cloud AI models by building a reliable, privacy-first cross-application agent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0B4D8"/>
                </a:solidFill>
              </a:defRPr>
            </a:pPr>
            <a:r>
              <a:t>Deployment &amp; Accessibility</a:t>
            </a:r>
          </a:p>
          <a:p>
            <a:pPr>
              <a:defRPr sz="1300">
                <a:solidFill>
                  <a:srgbClr val="F0F3F4"/>
                </a:solidFill>
              </a:defRPr>
            </a:pPr>
            <a:r>
              <a:t>Perfectly optimized out-of-the-box for Snapdragon-powered HP laptops, striking an ideal balance between battery preservation and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206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0B4D8"/>
                </a:solidFill>
              </a:defRPr>
            </a:pPr>
            <a:r>
              <a:t>Presentation &amp; Documentation</a:t>
            </a:r>
          </a:p>
          <a:p>
            <a:pPr>
              <a:defRPr sz="1300">
                <a:solidFill>
                  <a:srgbClr val="F0F3F4"/>
                </a:solidFill>
              </a:defRPr>
            </a:pPr>
            <a:r>
              <a:t>Exhaustive deployment logs, clear system benchmarks, and fully structured installation readmes prepared for seamless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